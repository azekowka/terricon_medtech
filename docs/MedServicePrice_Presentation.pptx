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60020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MedServicePrice.kz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8778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цен на медицинские услуги в Казахстане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«Aviasales для медицины»: один поиск вместо десятков сайтов клиник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анализы, приёмы врачей и диагностика по лучшей цене рядом с вами.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5257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3048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971800" y="5806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5257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120640" y="5806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5257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269480" y="5806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источников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2025 · Кейс 1 · Рабочий MVP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и решение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4F8F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73736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 непрозрачен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 вручную обходит десятки сайтов клиник, чтобы сравнить цену анализа или приёма.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5387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нигде не агрегированы, форматы разные (HTML, PDF, прайсы).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4379976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услуга названа по-разному: «ОАК», «CBC», «Клинический анализ крови».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5221224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Непонятно, насколько цена актуальна.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0E7C7B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745236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платформа цен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2697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Автосбор прайсов из открытых источников + хранение «сырого» слоя для аудита.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29400" y="35387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названий к единому справочнику услуг (синонимы + нечёткий матч).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29400" y="4379976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 автодополнением, фильтры, сортировка по цене и расстоянию.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9400" y="5221224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обновления у каждой цены — прозрачность для пациента.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MedServicePrice.kz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Архитектура: три слоя данных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XLSX/XLS · DOCX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42032" y="182880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80360" y="1828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RAW-слой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raw_prices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(аудит ≥90 дн.)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73752" y="182880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12080" y="1828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Нормализация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rapidfuzz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05472" y="182880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1828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43800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история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37192" y="182880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75520" y="18288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0B132B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Веб-интерфейс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0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· карта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141732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Отказоустойчивость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846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одного источника не останавливает сбор с остальных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343400" y="39319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4160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521208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Дедупликация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17720" y="4846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парсинг обновляет запись, а не плодит дубли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138160" y="39319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F8F8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6760" y="4160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35" name="Text 33"/>
          <p:cNvSpPr/>
          <p:nvPr/>
        </p:nvSpPr>
        <p:spPr>
          <a:xfrm>
            <a:off x="900684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Масштабируемость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источник = 1 класс-парсер, ядро не меняется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MedServicePrice.kz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Нормализация — ядро качества данных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1C2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«ОАК»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67712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1C2A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677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«CBC»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80944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1C2A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8094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«Клинический анализ крови»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1C2A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9417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«Общий анализ крови с лейкоформулой»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19456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760720" y="2057400"/>
            <a:ext cx="5760720" cy="13716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1945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Общий анализ крови (ОАК)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943600" y="2788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позиция официального справочника (1230 услуг)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названий привязано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4160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1230 / 122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389120" y="4937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 в справочнике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специальности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4160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unmatched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138160" y="4937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ручной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разметки + дообучение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MedServicePrice.kz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Возможности интерфейса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8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60020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+ автодополнение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справочнику, понимает синонимы и сокращения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8F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731520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Фильтры и сортировки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21305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город, категория, цена, рейтинг, онлайн-запись, расстояние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42900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600200" y="3246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клиник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37307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предложений с выделением лучшей цены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0175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8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34290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7315200" y="3246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История изменения цен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0" y="37307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динамики по каждой клинике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502920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1600200" y="4846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клиник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00200" y="53309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Leaflet-маркеры + маршрут в 2GIS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6177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50292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7315200" y="4846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Подписка на цену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315200" y="533095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при снижении до целевой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MedServicePrice.kz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Данные, охват и стек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81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3048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актуальных цен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481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2628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481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32104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072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1520" y="3410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 (справочник)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69748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8072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26280" y="3410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источников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69748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8072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410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реальных прайсов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Технологический стек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Парсинг: Python · httpx · BeautifulSoup · pdfplumber · openpyxl · rapidfuzz (HTML/PDF/XLSX/DOCX)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· SQLAlchemy 2.0 · APScheduler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БД: PostgreSQL (prod) / SQLite (dev)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14 · TypeScript · Tailwind · Leaflet · Recharts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Деплой: Docker · docker-compose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MedServicePrice.kz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023360" cy="4023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280160"/>
            <a:ext cx="3291840" cy="3291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развития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источников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1214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PDF/DOCX/Excel-прайсы, расширение городов и регионов РК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76148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614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1600200" y="2715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AI-нормализация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14553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LLM-сопоставление сложных «чек-апов» и комплексов услуг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85616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856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1600200" y="3739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Геопоиск и запись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1696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2GIS/картами, онлайн-запись в клиники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809744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9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1600200" y="47640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Уведомления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193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e-mail/Telegram-алерты о снижении цены, дашборд трендов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 · MedServicePrice.kz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2026-06-26T13:02:53Z</dcterms:created>
  <dcterms:modified xsi:type="dcterms:W3CDTF">2026-06-26T13:02:53Z</dcterms:modified>
</cp:coreProperties>
</file>